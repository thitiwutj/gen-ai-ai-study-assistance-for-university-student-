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introduces how prices are set in a competitive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reasons: the substitution effect (buyers switch to cheaper goods) and the income effect (higher prices reduce real income).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Higher prices make production more profitable, so firms produce more and new firms may 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Surpluses push prices down and shortages push prices up until the market clears.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exam mistake: saying 'demand increased' when only the quantity demanded changed because the price fell.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ECON102: Supply and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CONTENT: written for the Gen AI demo. Not real course material.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law of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the price of a good rises, the quantity demanded falls, other things equal.</a:t>
            </a:r>
          </a:p>
          <a:p>
            <a:pPr>
              <a:defRPr sz="2000"/>
            </a:pPr>
            <a:r>
              <a:t>The demand curve slopes downward.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law of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the price of a good rises, the quantity supplied rises, other things equal.</a:t>
            </a:r>
          </a:p>
          <a:p>
            <a:pPr>
              <a:defRPr sz="2000"/>
            </a:pPr>
            <a:r>
              <a:t>The supply curve slopes upward.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Equilibrium is where quantity demanded equals quantity supplied.</a:t>
            </a:r>
          </a:p>
          <a:p>
            <a:pPr>
              <a:defRPr sz="2000"/>
            </a:pPr>
            <a:r>
              <a:t>Above equilibrium there is a surplus; below it there is a shortage.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Shifts vs. movements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change in the good's own price causes a movement along the curve.</a:t>
            </a:r>
          </a:p>
          <a:p>
            <a:pPr>
              <a:defRPr sz="2000"/>
            </a:pPr>
            <a:r>
              <a:t>A change in income, tastes, input costs or related prices shifts the curve.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ECON102 tutorial rule (invented for the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Tutorial worksheets must be uploaded by Sunday 20:00.</a:t>
            </a:r>
          </a:p>
          <a:p>
            <a:pPr>
              <a:defRPr sz="2000"/>
            </a:pPr>
            <a:r>
              <a:t>The best 8 of 10 worksheets count towards the final grade.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